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4" autoAdjust="0"/>
    <p:restoredTop sz="94660"/>
  </p:normalViewPr>
  <p:slideViewPr>
    <p:cSldViewPr snapToGrid="0">
      <p:cViewPr varScale="1">
        <p:scale>
          <a:sx n="72" d="100"/>
          <a:sy n="72" d="100"/>
        </p:scale>
        <p:origin x="84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D427A7-6AEB-EC72-02E4-89F7B5AD2B1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BBD4E53-36F6-C294-B585-32617CFFFB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97B8AE-63DF-B30C-C348-84D33DDED4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44D4FF-F0EC-4C1B-80C3-A58E1821DEBE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819195-A2B8-52DA-368B-209EEEAE76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D108BD-C816-A368-89AD-3B3F580720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9AD4F4-D9D2-4EBA-A9FB-EA0AF30BD1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95683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FC6CA3-1EB5-0B7B-1EEC-4EF8E64EEE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373371-F5AA-AEE0-8082-AD9F74AFC8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2A1BA7-E2E8-07E3-74BB-D3BC973963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44D4FF-F0EC-4C1B-80C3-A58E1821DEBE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F9E741-8051-47BF-D024-B97FB0489C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54CBB5-AE3A-CB29-59E9-E6A275FD68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9AD4F4-D9D2-4EBA-A9FB-EA0AF30BD1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40468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0D925F-5301-ED71-E4E9-F8FCAA0256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03021D-D793-1C79-EBA9-E2A1509E23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B19AFA-5E9F-76CC-ECDC-E20CF1F97B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44D4FF-F0EC-4C1B-80C3-A58E1821DEBE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212CA6-556B-5F6B-D789-B0F419F36F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5F840E-ECA8-D641-5C38-6D03B666C9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9AD4F4-D9D2-4EBA-A9FB-EA0AF30BD1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49746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235F04-A64F-D626-1390-D930B41EB9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8F9435-86BB-40D5-E426-DD1A11F2FA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452FB8D-2E89-7CC0-FF1D-FE72C29D85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E5E7B6B-4C7F-E859-8505-A9CA18F02B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44D4FF-F0EC-4C1B-80C3-A58E1821DEBE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70E5BA1-AAD7-FF9C-C7FD-9D7C709806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EE3B1E-2A78-2A7C-96CE-0F69D468D8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9AD4F4-D9D2-4EBA-A9FB-EA0AF30BD1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79813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F1EF87-CCA7-FAC3-4FEA-55D956AEB7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141865-8427-7DAC-6CA9-FB95219AAB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403AFE6-4823-422F-D1E2-8957C74E12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B3C67E-7C84-13B0-8E24-081691F2E53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A833600-9557-E406-B770-24916E15F2C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B42029E-DD8B-57A1-E36B-C26CBB461B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44D4FF-F0EC-4C1B-80C3-A58E1821DEBE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A24363D-221B-8D2A-83A0-28738F8F27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411769A-2DAB-7DC9-9A82-5D9EC48DF3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9AD4F4-D9D2-4EBA-A9FB-EA0AF30BD1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58216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8EEEA9-8456-D28A-106A-57205C6EB9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14A10F6-599F-7077-291F-EAC584220D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44D4FF-F0EC-4C1B-80C3-A58E1821DEBE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C2F64BC-4ECA-C3CD-8B1F-6191CC7EA6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BB385DF-DC10-4DDB-E2BE-145175C181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9AD4F4-D9D2-4EBA-A9FB-EA0AF30BD1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10707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9F31B48-25BC-304F-99BB-4A21448491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44D4FF-F0EC-4C1B-80C3-A58E1821DEBE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063E77D-82F5-332E-AC7B-ACC12FA6D8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DB5F20-352E-8D3C-4FF5-15C94F6312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9AD4F4-D9D2-4EBA-A9FB-EA0AF30BD1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44850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A51ED7-225D-9BBC-9C3C-B2723A419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C06ACF-2F4E-85BE-1C88-A2F06DFEDB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7B3C99C-F33D-09EA-5A2D-480267FFF3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74A63B1-93F6-0E17-1F96-5B67A30A2B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44D4FF-F0EC-4C1B-80C3-A58E1821DEBE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F14490-7EDC-A607-32F0-76D8B6026A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3F19D1B-E64D-4E7B-127E-36C03CDBC2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9AD4F4-D9D2-4EBA-A9FB-EA0AF30BD1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07948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E082BE-CF5E-EC0C-6F95-6091B6260D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7422E2F-AF3D-80E5-5A36-C6F1D184AAE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005143A-8080-8B71-08F6-132EDD025F1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0001DC6-F2BA-6F2A-5E96-0527276E6C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44D4FF-F0EC-4C1B-80C3-A58E1821DEBE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9F2756-AD8C-145B-483D-C2B2200CCC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B98BABF-43D4-10E5-55BE-D3ABF1BBA9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9AD4F4-D9D2-4EBA-A9FB-EA0AF30BD1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5877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A5ADA9-1D71-4AFB-F86E-F9B3E8AC76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574FAF4-F086-EB91-4726-B035F54F068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DF0DF1-3021-A0C3-0F47-2F3E97C68A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44D4FF-F0EC-4C1B-80C3-A58E1821DEBE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AE68DD-93A6-03F3-0EBD-A7997F7C6E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3A84FE-E26B-1875-5C06-29419A0BC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9AD4F4-D9D2-4EBA-A9FB-EA0AF30BD1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48560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9D867B8-0BCB-6B6C-090D-762676CAD9A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98E9A7A-2027-605C-FF6A-0181D5521B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63C768-C1A4-D81C-1361-290B732882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44D4FF-F0EC-4C1B-80C3-A58E1821DEBE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932D82-FEED-C831-02C3-4912454F18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22A61D-8452-BB43-A851-99C34483B0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9AD4F4-D9D2-4EBA-A9FB-EA0AF30BD1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60634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5951507-ADBF-0192-69B1-1E0C01478C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B927D5-BB00-596C-93C6-AEA3141548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F97AC8-9C35-1FFE-9D80-C2F5E220AC7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044D4FF-F0EC-4C1B-80C3-A58E1821DEBE}" type="datetimeFigureOut">
              <a:rPr lang="en-US" smtClean="0"/>
              <a:t>2/4/2026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FEBDB9-3C9B-5C96-E8CE-E9F1C13E226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2D2656-AB74-E6EF-F467-FAB5EF0D3EF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9AD4F4-D9D2-4EBA-A9FB-EA0AF30BD1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18336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F624ED9-AF0F-161B-A2A2-709F6F3003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189" y="718309"/>
            <a:ext cx="6819900" cy="5076825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E87C20B8-F336-509E-56E9-2157FF8A3A0C}"/>
              </a:ext>
            </a:extLst>
          </p:cNvPr>
          <p:cNvCxnSpPr>
            <a:cxnSpLocks/>
          </p:cNvCxnSpPr>
          <p:nvPr/>
        </p:nvCxnSpPr>
        <p:spPr>
          <a:xfrm flipH="1">
            <a:off x="7195931" y="1033670"/>
            <a:ext cx="109993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9C1991AE-C480-F6F7-D872-40D81620ED46}"/>
              </a:ext>
            </a:extLst>
          </p:cNvPr>
          <p:cNvSpPr txBox="1"/>
          <p:nvPr/>
        </p:nvSpPr>
        <p:spPr>
          <a:xfrm>
            <a:off x="8693426" y="954157"/>
            <a:ext cx="6910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bevel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37C98A26-5F68-CB7A-1B35-0B7337743E47}"/>
              </a:ext>
            </a:extLst>
          </p:cNvPr>
          <p:cNvCxnSpPr>
            <a:cxnSpLocks/>
          </p:cNvCxnSpPr>
          <p:nvPr/>
        </p:nvCxnSpPr>
        <p:spPr>
          <a:xfrm flipH="1">
            <a:off x="7195931" y="1689652"/>
            <a:ext cx="109993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16B298D3-6D1A-3F46-E43B-7D30719E9102}"/>
              </a:ext>
            </a:extLst>
          </p:cNvPr>
          <p:cNvSpPr txBox="1"/>
          <p:nvPr/>
        </p:nvSpPr>
        <p:spPr>
          <a:xfrm>
            <a:off x="8693426" y="1610139"/>
            <a:ext cx="5597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title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13855DE7-EBFC-09BA-9907-380DB35523D1}"/>
              </a:ext>
            </a:extLst>
          </p:cNvPr>
          <p:cNvCxnSpPr>
            <a:cxnSpLocks/>
          </p:cNvCxnSpPr>
          <p:nvPr/>
        </p:nvCxnSpPr>
        <p:spPr>
          <a:xfrm flipH="1">
            <a:off x="7195931" y="2345634"/>
            <a:ext cx="109993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482DC493-9D5C-DBFB-0B67-730B9A006601}"/>
              </a:ext>
            </a:extLst>
          </p:cNvPr>
          <p:cNvSpPr txBox="1"/>
          <p:nvPr/>
        </p:nvSpPr>
        <p:spPr>
          <a:xfrm>
            <a:off x="8693426" y="2266121"/>
            <a:ext cx="16403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my prompt text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B1A0D9BE-2D5C-54B3-E7DE-EEC98CA05141}"/>
              </a:ext>
            </a:extLst>
          </p:cNvPr>
          <p:cNvCxnSpPr>
            <a:cxnSpLocks/>
          </p:cNvCxnSpPr>
          <p:nvPr/>
        </p:nvCxnSpPr>
        <p:spPr>
          <a:xfrm flipH="1">
            <a:off x="7195931" y="3139181"/>
            <a:ext cx="109993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FE40A151-2481-ADB4-CC20-9E5A13561A2D}"/>
              </a:ext>
            </a:extLst>
          </p:cNvPr>
          <p:cNvSpPr txBox="1"/>
          <p:nvPr/>
        </p:nvSpPr>
        <p:spPr>
          <a:xfrm>
            <a:off x="8693426" y="3059668"/>
            <a:ext cx="3016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&gt;_ and input box, accent color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B82F37E9-8D3D-EDA6-7E50-1BF57DB6BD07}"/>
              </a:ext>
            </a:extLst>
          </p:cNvPr>
          <p:cNvCxnSpPr>
            <a:cxnSpLocks/>
          </p:cNvCxnSpPr>
          <p:nvPr/>
        </p:nvCxnSpPr>
        <p:spPr>
          <a:xfrm flipH="1">
            <a:off x="7195931" y="4117395"/>
            <a:ext cx="109993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94D603C1-74CC-A38B-EBD9-D69C83C9B1D9}"/>
              </a:ext>
            </a:extLst>
          </p:cNvPr>
          <p:cNvSpPr txBox="1"/>
          <p:nvPr/>
        </p:nvSpPr>
        <p:spPr>
          <a:xfrm>
            <a:off x="8693426" y="4037882"/>
            <a:ext cx="6623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ASCII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3EAE158E-4C61-3E51-1BB1-010D32C232AA}"/>
              </a:ext>
            </a:extLst>
          </p:cNvPr>
          <p:cNvCxnSpPr>
            <a:cxnSpLocks/>
          </p:cNvCxnSpPr>
          <p:nvPr/>
        </p:nvCxnSpPr>
        <p:spPr>
          <a:xfrm flipH="1">
            <a:off x="7167269" y="5505315"/>
            <a:ext cx="109993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902754FC-0201-F9E7-2B72-2B2D7EDB25D2}"/>
              </a:ext>
            </a:extLst>
          </p:cNvPr>
          <p:cNvSpPr txBox="1"/>
          <p:nvPr/>
        </p:nvSpPr>
        <p:spPr>
          <a:xfrm>
            <a:off x="8664764" y="5425802"/>
            <a:ext cx="577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zork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32953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</Words>
  <Application>Microsoft Office PowerPoint</Application>
  <PresentationFormat>Widescreen</PresentationFormat>
  <Paragraphs>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Nicole Rowsey</dc:creator>
  <cp:lastModifiedBy>Nicole Rowsey</cp:lastModifiedBy>
  <cp:revision>1</cp:revision>
  <dcterms:created xsi:type="dcterms:W3CDTF">2026-02-05T00:28:17Z</dcterms:created>
  <dcterms:modified xsi:type="dcterms:W3CDTF">2026-02-05T00:28:37Z</dcterms:modified>
</cp:coreProperties>
</file>